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04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20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63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60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49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2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55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24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41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36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47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4FF9FB-EE34-4432-A222-071C1CC5E6D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C868C3-76F7-4149-B109-6D765C812B9F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30729"/>
          </a:xfrm>
        </p:spPr>
        <p:txBody>
          <a:bodyPr anchor="t">
            <a:normAutofit/>
          </a:bodyPr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И НАУКИ ТЮМЕНСКОЙ ОБЛАСТИ</a:t>
            </a:r>
            <a:b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Тюменской области</a:t>
            </a:r>
            <a:b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33714" y="4455620"/>
            <a:ext cx="9924737" cy="1088837"/>
          </a:xfrm>
        </p:spPr>
        <p:txBody>
          <a:bodyPr>
            <a:noAutofit/>
          </a:bodyPr>
          <a:lstStyle/>
          <a:p>
            <a:r>
              <a:rPr lang="ru-RU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600" b="1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ыполнил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</a:t>
            </a:r>
            <a:r>
              <a:rPr lang="ru-RU" sz="1600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орохов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Н.И. </a:t>
            </a:r>
            <a:r>
              <a:rPr lang="ru-RU" sz="1600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 группы ИСиП 25-11-1</a:t>
            </a:r>
            <a:r>
              <a:rPr lang="en-US" sz="1600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600" b="1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роверил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</a:t>
            </a:r>
            <a:r>
              <a:rPr lang="ru-RU" sz="1600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ончарова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Т.В. </a:t>
            </a:r>
          </a:p>
          <a:p>
            <a:r>
              <a:rPr lang="ru-RU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1600" b="1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олжность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  <a:endParaRPr lang="ru-RU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032000" y="1435242"/>
            <a:ext cx="8476343" cy="15111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МДК 05.02 Разработка кода информационных систем</a:t>
            </a:r>
            <a:b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 «Проектирование ИС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Строительная компания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5314339" y="6471291"/>
            <a:ext cx="1763486" cy="328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cap="none" dirty="0" smtClean="0">
                <a:solidFill>
                  <a:schemeClr val="tx1"/>
                </a:solidFill>
              </a:rPr>
              <a:t>Тюмень 2026</a:t>
            </a:r>
            <a:endParaRPr lang="ru-RU" sz="16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75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8"/>
    </mc:Choice>
    <mc:Fallback xmlns="">
      <p:transition spd="slow" advTm="1718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1542" y="1480458"/>
            <a:ext cx="756194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деятельность строительной компании по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приёму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обработке заказов на строительные и ремонтные работы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процесс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регистрация заказа (от заявки клиента до формирования сметы и уведомления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клиент (гость или зарегистрированный), менеджер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заказ, смета, прайс-лист, пользователь, сессия, уведомление.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89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55"/>
    </mc:Choice>
    <mc:Fallback xmlns="">
      <p:transition spd="slow" advTm="255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6341" y="1611086"/>
            <a:ext cx="104793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 ошибок при расчёте сметы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Длительное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обработки заявки (часы).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единой базы заказов.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Невозможность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клиента отследить статус.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человеческого фактора.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88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43314"/>
            <a:ext cx="1150982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спроектировать информационную систему для автоматизации регистрации заказов строительной компании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модели (IDEF0, DFD).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UML-диаграммы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концептуальную, логическую и физическую модели БД.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эскизный проект (интерактивный HTML-прототип) и руководство пользователя.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06829" y="0"/>
            <a:ext cx="11923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задачи курсового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0965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«Регистрация заказа»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71" y="646332"/>
            <a:ext cx="10296455" cy="546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декомпозиция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«Регистрация заказа»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draw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18" y="646331"/>
            <a:ext cx="10802361" cy="566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8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«Регистрация заказа»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34" y="646331"/>
            <a:ext cx="9938329" cy="551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 -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Декомпозиция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«Регистрация заказа»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172" y="646331"/>
            <a:ext cx="9483654" cy="547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5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331"/>
            <a:ext cx="12191999" cy="543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3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362" y="609600"/>
            <a:ext cx="639127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3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draw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461" y="646331"/>
            <a:ext cx="4791075" cy="551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1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 Данных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92" y="646331"/>
            <a:ext cx="8456214" cy="54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6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Данных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5501"/>
            <a:ext cx="12192000" cy="514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1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Данных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17967" y="971231"/>
            <a:ext cx="9156066" cy="423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7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Данных – пример запросов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21" y="1726622"/>
            <a:ext cx="1838325" cy="2619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086" y="1726622"/>
            <a:ext cx="2762250" cy="12096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86" y="3681773"/>
            <a:ext cx="3076575" cy="552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2844" y="3124369"/>
            <a:ext cx="299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 запрос - результат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742844" y="1169218"/>
            <a:ext cx="299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ru-RU" dirty="0" smtClean="0"/>
              <a:t> запрос - вход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530321" y="1274185"/>
            <a:ext cx="299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 запрос - регистрация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00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3711" y="646331"/>
            <a:ext cx="61245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4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6" y="360003"/>
            <a:ext cx="7539400" cy="539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2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8481" y="239931"/>
            <a:ext cx="7936564" cy="561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8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8481" y="249167"/>
            <a:ext cx="7918091" cy="58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5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9312" y="350767"/>
            <a:ext cx="7791306" cy="557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5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C:\Users\Student\AppData\Local\Microsoft\Windows\INetCache\Content.Word\_C__Users_Student_Downloads_deepseek_html_20260506_b0842b.html (5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71" y="175277"/>
            <a:ext cx="7206529" cy="5995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754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528" y="646331"/>
            <a:ext cx="7698942" cy="56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3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" y="946727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ИС, позволяющая клиенту самостоятельно подать заявку через веб-сайт, получить автоматическую смету и подтверждение.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получает единое хранилище заказов в CRM, оперативное управление.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база данных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(совместима 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OpenServer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реализованы триггеры, индексы, тестовые данные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графическая модель в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демонстрирующая дизайн сайт с вкладками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регистрации,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входа,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личного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кабинета и формы заказа.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внедрения: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обработки заявки с часов до минут.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точности сметы.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 и централизация данных.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качества обслуживания клиентов.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интеграция с платёжными системами, мобильное приложение, расширенная аналитика.</a:t>
            </a:r>
          </a:p>
        </p:txBody>
      </p:sp>
    </p:spTree>
    <p:extLst>
      <p:ext uri="{BB962C8B-B14F-4D97-AF65-F5344CB8AC3E}">
        <p14:creationId xmlns:p14="http://schemas.microsoft.com/office/powerpoint/2010/main" val="5572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</TotalTime>
  <Words>417</Words>
  <Application>Microsoft Office PowerPoint</Application>
  <PresentationFormat>Широкоэкранный</PresentationFormat>
  <Paragraphs>63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Calibri</vt:lpstr>
      <vt:lpstr>Calibri Light</vt:lpstr>
      <vt:lpstr>Times New Roman</vt:lpstr>
      <vt:lpstr>Wingdings</vt:lpstr>
      <vt:lpstr>Ретро</vt:lpstr>
      <vt:lpstr>ДЕПАРТАМЕНТ ОБРАЗОВАНИЯ И НАУКИ ТЮМЕНСКОЙ ОБЛАСТИ Государственное автономное профессиональное образовательное учреждение Тюменской области «ТЮМЕНСКИЙ ТЕХНИКУМ СТРОИТЕЛЬНОЙ ИНДУСТРИИ И ГОРОДСКОГО ХОЗЯЙСТВА»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курсового проекта Тема:«Проектирование ИС «Строительная компания»</dc:title>
  <dc:creator>Student</dc:creator>
  <cp:lastModifiedBy>Student</cp:lastModifiedBy>
  <cp:revision>13</cp:revision>
  <dcterms:created xsi:type="dcterms:W3CDTF">2026-05-12T08:52:31Z</dcterms:created>
  <dcterms:modified xsi:type="dcterms:W3CDTF">2026-05-13T11:50:08Z</dcterms:modified>
</cp:coreProperties>
</file>